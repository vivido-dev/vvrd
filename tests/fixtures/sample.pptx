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vvrd office fixture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/>
          </p:nvPr>
        </p:nvSpPr>
        <p:spPr>
          <a:xfrm>
            <a:off x="685800" y="1828800"/>
            <a:ext cx="7772400" cy="342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second paragraph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